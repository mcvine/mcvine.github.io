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74"/>
  </p:normalViewPr>
  <p:slideViewPr>
    <p:cSldViewPr snapToGrid="0" snapToObjects="1">
      <p:cViewPr varScale="1">
        <p:scale>
          <a:sx n="104" d="100"/>
          <a:sy n="104" d="100"/>
        </p:scale>
        <p:origin x="232" y="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8AEBA-58C5-9B45-85D9-B6A8D8D858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81032F-01CE-414F-B85A-E4E5A47FF7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B652C1-B5FA-8A4E-B3F8-65CE0C26E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00ACA-B24E-CA4B-9B61-E03AB8BB686F}" type="datetimeFigureOut">
              <a:rPr lang="en-US" smtClean="0"/>
              <a:t>10/18/18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65716B-0B28-0543-B43B-0AD40B6E4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DDC239-C366-3B45-A05F-03DC26C77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DD6E7-5D48-4B42-8503-3A08B42642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3431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B7503-8C8D-6E4A-BAA8-E68F3BBBF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910B90-3D88-5043-BE85-03F1BE4356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363889-3815-3641-A2B2-3C09AE528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00ACA-B24E-CA4B-9B61-E03AB8BB686F}" type="datetimeFigureOut">
              <a:rPr lang="en-US" smtClean="0"/>
              <a:t>10/18/18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39624D-8EC7-C54E-825C-65CC0D4E7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0EAEF8-65C7-B743-8589-5A15A70C1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DD6E7-5D48-4B42-8503-3A08B42642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779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C71FB-8E16-1641-9D0C-633FC5DF5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B7B50B-A1CB-064F-82B9-22B679211F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074A5A-83A8-2B4D-8D55-136D580A01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00ACA-B24E-CA4B-9B61-E03AB8BB686F}" type="datetimeFigureOut">
              <a:rPr lang="en-US" smtClean="0"/>
              <a:t>10/18/18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18F061-AE21-9848-94EA-160A16E5E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E54A6-168D-8B43-A886-CFB7442CB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DD6E7-5D48-4B42-8503-3A08B42642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462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3A95F-79B4-6E42-A743-4EF9CC553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BA2B53-6889-F64F-9A35-7741AD06DE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E9BE7D-42F2-F646-9578-1A1443563C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089BD5-EA83-8140-A174-C701AF2DF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00ACA-B24E-CA4B-9B61-E03AB8BB686F}" type="datetimeFigureOut">
              <a:rPr lang="en-US" smtClean="0"/>
              <a:t>10/18/18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07BF59-4F03-484C-B3AA-C7C48DF6C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228BB9-F238-2742-96A0-22D233E05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DD6E7-5D48-4B42-8503-3A08B42642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787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E8BB0-DC5F-0E4A-BC0E-FD680BBB2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5D7A4F-DB59-3341-9BA8-3E29332CA8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6069DF-C4AB-DA4F-8D12-86225B28AF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FACB73-73B1-C14A-8008-3F4C95DC42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885341-41E3-6649-8351-56EA869719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C887F93-DB44-8346-ADD5-49E44E821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00ACA-B24E-CA4B-9B61-E03AB8BB686F}" type="datetimeFigureOut">
              <a:rPr lang="en-US" smtClean="0"/>
              <a:t>10/18/18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FB4615-8E0D-5949-8F89-467EE5E84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5309A6-5A51-CD41-A78F-6DE84DB59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DD6E7-5D48-4B42-8503-3A08B42642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381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3C7B5-81EE-E345-A9E0-41414D670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301646-7FA3-D042-B129-E4F84AE29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00ACA-B24E-CA4B-9B61-E03AB8BB686F}" type="datetimeFigureOut">
              <a:rPr lang="en-US" smtClean="0"/>
              <a:t>10/18/18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47D4E5-2479-1448-9F28-8CDF7DE66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004315-920E-9643-A4E2-7335E5354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DD6E7-5D48-4B42-8503-3A08B42642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5270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E87DDC-349D-804C-B954-62481C513A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00ACA-B24E-CA4B-9B61-E03AB8BB686F}" type="datetimeFigureOut">
              <a:rPr lang="en-US" smtClean="0"/>
              <a:t>10/18/18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72E959-6300-FE4F-A58A-8AE084B05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5135F6-A12A-FB47-89AD-720D2CEBE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DD6E7-5D48-4B42-8503-3A08B42642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8305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B7726-A6C8-464B-B31B-E8FF388FF6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616119-C42C-654F-A0F9-F83CACFC74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7B00EB-B1B3-9F4B-829D-F5EFF6C465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B3C53C-0136-3945-ADB2-7E7C6F1E3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00ACA-B24E-CA4B-9B61-E03AB8BB686F}" type="datetimeFigureOut">
              <a:rPr lang="en-US" smtClean="0"/>
              <a:t>10/18/18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FFBE6E-496C-944B-B5CD-1E6CFEB2A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E99E80-81C6-284F-9351-8ECEF373C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DD6E7-5D48-4B42-8503-3A08B42642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6807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E7765-3789-9846-A761-EB5CDD624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ABB4C9-5EDD-5B41-8774-8567561152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A9F112-AB81-1747-A444-53ED80A8D1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F9E09B-50CC-B149-A380-C927920D4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00ACA-B24E-CA4B-9B61-E03AB8BB686F}" type="datetimeFigureOut">
              <a:rPr lang="en-US" smtClean="0"/>
              <a:t>10/18/18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9962B4-41E1-1E4D-9D53-37AAF93B1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A6977D-2C47-604E-B40C-3261F18C6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DD6E7-5D48-4B42-8503-3A08B42642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7565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4C7AD-6969-1F42-9533-CD611ADD6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2F7CF0-065E-8B41-9373-8C6D401261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2B8D7C-828A-C64F-92CA-E3A59B23C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00ACA-B24E-CA4B-9B61-E03AB8BB686F}" type="datetimeFigureOut">
              <a:rPr lang="en-US" smtClean="0"/>
              <a:t>10/18/18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742430-69A3-A84F-A69D-5B8DE416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7D7AEF-B2A6-0243-BDD1-BA0419385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DD6E7-5D48-4B42-8503-3A08B42642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3923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BADE3E-1AD2-9946-A309-02472E30C3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1EC5AF-7D01-854C-9E76-E88F6A1831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6D7FFE-EC29-7848-83A9-67DE625270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00ACA-B24E-CA4B-9B61-E03AB8BB686F}" type="datetimeFigureOut">
              <a:rPr lang="en-US" smtClean="0"/>
              <a:t>10/18/18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27673F-1061-DC43-A78C-83D9A8919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C6B1BD-AA8C-DD43-AE49-4ADEEB764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DD6E7-5D48-4B42-8503-3A08B42642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7127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CBA8E9-DACB-4C4A-8213-64CE024465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981665-852C-B546-8595-B571C53E78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024486-D6AA-4245-8123-0C3E0E15EC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100ACA-B24E-CA4B-9B61-E03AB8BB686F}" type="datetimeFigureOut">
              <a:rPr lang="en-US" smtClean="0"/>
              <a:t>10/18/18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5CB29D-DD18-D841-9619-7AE031231D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EB8158-34A1-C642-B0DF-E7C8C8458B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8DD6E7-5D48-4B42-8503-3A08B42642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0828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A78176C-1B43-3142-A106-F49F87C0A8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292" y="185827"/>
            <a:ext cx="2817341" cy="260062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6757508-B927-3F4B-82FD-192A717AFDD5}"/>
              </a:ext>
            </a:extLst>
          </p:cNvPr>
          <p:cNvSpPr/>
          <p:nvPr/>
        </p:nvSpPr>
        <p:spPr>
          <a:xfrm>
            <a:off x="428368" y="2697543"/>
            <a:ext cx="3426940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NimbusSanL"/>
              </a:rPr>
              <a:t>A potential fuel for nuclear reactors and also motor vehicles </a:t>
            </a:r>
            <a:endParaRPr lang="en-US" sz="1600" dirty="0">
              <a:effectLst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NimbusSanL"/>
              </a:rPr>
              <a:t>Uranium nitride is more energy dense than Uranium-235, which has an energy density of 1,546,000,000 MJ/L. The energy density of lithium-ion batteries is 0.9-2.63 MJ/L. </a:t>
            </a:r>
            <a:endParaRPr lang="en-US" sz="1600" dirty="0">
              <a:effectLst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NimbusSanL"/>
              </a:rPr>
              <a:t>Puzzling physical and magnetic properties, including unusually high electronic-specific heats and drastic suppression of ordered magnetic moments </a:t>
            </a:r>
            <a:endParaRPr lang="en-US" sz="1600" dirty="0">
              <a:effectLst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94719B8-DF18-BA40-B62B-6D32C9DA5962}"/>
              </a:ext>
            </a:extLst>
          </p:cNvPr>
          <p:cNvGrpSpPr/>
          <p:nvPr/>
        </p:nvGrpSpPr>
        <p:grpSpPr>
          <a:xfrm>
            <a:off x="4947195" y="302508"/>
            <a:ext cx="6749330" cy="5243401"/>
            <a:chOff x="4329355" y="302508"/>
            <a:chExt cx="6749330" cy="5243401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84CB812A-45E7-A14E-9C1D-A5E4FB8541E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29355" y="302508"/>
              <a:ext cx="3621731" cy="5243401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A8C98D6C-DD66-F64B-ACF3-593F1289ABF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951086" y="2544938"/>
              <a:ext cx="3127599" cy="2737898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428B442-5562-2947-AB24-7EB51FDE2BD0}"/>
                </a:ext>
              </a:extLst>
            </p:cNvPr>
            <p:cNvSpPr/>
            <p:nvPr/>
          </p:nvSpPr>
          <p:spPr>
            <a:xfrm>
              <a:off x="8063130" y="2594362"/>
              <a:ext cx="3015555" cy="42123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F641A9B7-11FA-F74D-AF61-7A52F86557DD}"/>
              </a:ext>
            </a:extLst>
          </p:cNvPr>
          <p:cNvSpPr txBox="1"/>
          <p:nvPr/>
        </p:nvSpPr>
        <p:spPr>
          <a:xfrm>
            <a:off x="6240164" y="5621420"/>
            <a:ext cx="9509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MCViNE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B5DDCA-C4C1-A044-BDD1-CDD2E4AAE5AE}"/>
              </a:ext>
            </a:extLst>
          </p:cNvPr>
          <p:cNvSpPr txBox="1"/>
          <p:nvPr/>
        </p:nvSpPr>
        <p:spPr>
          <a:xfrm>
            <a:off x="9713296" y="5621420"/>
            <a:ext cx="12629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Experiment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DE717A5-9410-204E-83EE-C2FE1A73741E}"/>
              </a:ext>
            </a:extLst>
          </p:cNvPr>
          <p:cNvSpPr txBox="1"/>
          <p:nvPr/>
        </p:nvSpPr>
        <p:spPr>
          <a:xfrm rot="16200000">
            <a:off x="3896042" y="1301471"/>
            <a:ext cx="1732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Single Scattering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2FE7E7C-85A5-5A48-B7BE-87DAAFB71E00}"/>
              </a:ext>
            </a:extLst>
          </p:cNvPr>
          <p:cNvSpPr txBox="1"/>
          <p:nvPr/>
        </p:nvSpPr>
        <p:spPr>
          <a:xfrm rot="16200000">
            <a:off x="3779023" y="3863439"/>
            <a:ext cx="19670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Multiple Scattering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27BB78B-F6A1-6446-9E41-200AA0A73FA4}"/>
              </a:ext>
            </a:extLst>
          </p:cNvPr>
          <p:cNvCxnSpPr/>
          <p:nvPr/>
        </p:nvCxnSpPr>
        <p:spPr>
          <a:xfrm>
            <a:off x="4127157" y="0"/>
            <a:ext cx="0" cy="6413157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294FFC9E-AFB0-8147-89B9-259624974070}"/>
              </a:ext>
            </a:extLst>
          </p:cNvPr>
          <p:cNvSpPr txBox="1"/>
          <p:nvPr/>
        </p:nvSpPr>
        <p:spPr>
          <a:xfrm>
            <a:off x="8812545" y="1036803"/>
            <a:ext cx="3064475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Lin, J. Y. Y., et al. "Using Monte Carlo ray tracing simulations to model the quantum harmonic oscillator modes observed in uranium nitride." </a:t>
            </a:r>
            <a:r>
              <a:rPr lang="en-US" sz="1400" i="1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Physical Review B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89.14 (2014): 144302.</a:t>
            </a:r>
          </a:p>
        </p:txBody>
      </p:sp>
    </p:spTree>
    <p:extLst>
      <p:ext uri="{BB962C8B-B14F-4D97-AF65-F5344CB8AC3E}">
        <p14:creationId xmlns:p14="http://schemas.microsoft.com/office/powerpoint/2010/main" val="1340204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96</Words>
  <Application>Microsoft Macintosh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NimbusSanL</vt:lpstr>
      <vt:lpstr>Arial</vt:lpstr>
      <vt:lpstr>Calibri</vt:lpstr>
      <vt:lpstr>Calibri Light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Lin, Jiao</dc:creator>
  <cp:lastModifiedBy>Lin, Jiao</cp:lastModifiedBy>
  <cp:revision>2</cp:revision>
  <dcterms:created xsi:type="dcterms:W3CDTF">2018-10-18T14:44:05Z</dcterms:created>
  <dcterms:modified xsi:type="dcterms:W3CDTF">2018-10-18T14:59:29Z</dcterms:modified>
</cp:coreProperties>
</file>